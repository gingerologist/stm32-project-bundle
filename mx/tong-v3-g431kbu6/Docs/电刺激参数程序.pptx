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4"/>
  </p:notesMasterIdLst>
  <p:handoutMasterIdLst>
    <p:handoutMasterId r:id="rId5"/>
  </p:handoutMasterIdLst>
  <p:sldIdLst>
    <p:sldId id="5208" r:id="rId3"/>
  </p:sldIdLst>
  <p:sldSz cx="12192000" cy="6858000"/>
  <p:notesSz cx="9947275" cy="6858000"/>
  <p:custDataLst>
    <p:tags r:id="rId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0">
          <p15:clr>
            <a:srgbClr val="A4A3A4"/>
          </p15:clr>
        </p15:guide>
        <p15:guide id="2" pos="380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u" initials="z" lastIdx="2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219B"/>
    <a:srgbClr val="7030A0"/>
    <a:srgbClr val="0000FF"/>
    <a:srgbClr val="66FFCC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75" autoAdjust="0"/>
    <p:restoredTop sz="96327" autoAdjust="0"/>
  </p:normalViewPr>
  <p:slideViewPr>
    <p:cSldViewPr snapToGrid="0">
      <p:cViewPr varScale="1">
        <p:scale>
          <a:sx n="106" d="100"/>
          <a:sy n="106" d="100"/>
        </p:scale>
        <p:origin x="604" y="64"/>
      </p:cViewPr>
      <p:guideLst>
        <p:guide orient="horz" pos="2220"/>
        <p:guide pos="38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9" d="100"/>
          <a:sy n="129" d="100"/>
        </p:scale>
        <p:origin x="240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handoutMaster" Target="handoutMasters/handoutMaster1.xml"/><Relationship Id="rId10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10486" cy="344091"/>
          </a:xfrm>
          <a:prstGeom prst="rect">
            <a:avLst/>
          </a:prstGeom>
        </p:spPr>
        <p:txBody>
          <a:bodyPr vert="horz" lIns="91861" tIns="45930" rIns="91861" bIns="4593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34489" y="0"/>
            <a:ext cx="4310486" cy="344091"/>
          </a:xfrm>
          <a:prstGeom prst="rect">
            <a:avLst/>
          </a:prstGeom>
        </p:spPr>
        <p:txBody>
          <a:bodyPr vert="horz" lIns="91861" tIns="45930" rIns="91861" bIns="45930" rtlCol="0"/>
          <a:lstStyle>
            <a:lvl1pPr algn="r">
              <a:defRPr sz="1200"/>
            </a:lvl1pPr>
          </a:lstStyle>
          <a:p>
            <a:fld id="{AD272CE4-69FE-4EE7-9D19-9FFB3DB0B4E5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6513910"/>
            <a:ext cx="4310486" cy="344091"/>
          </a:xfrm>
          <a:prstGeom prst="rect">
            <a:avLst/>
          </a:prstGeom>
        </p:spPr>
        <p:txBody>
          <a:bodyPr vert="horz" lIns="91861" tIns="45930" rIns="91861" bIns="4593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34489" y="6513910"/>
            <a:ext cx="4310486" cy="344091"/>
          </a:xfrm>
          <a:prstGeom prst="rect">
            <a:avLst/>
          </a:prstGeom>
        </p:spPr>
        <p:txBody>
          <a:bodyPr vert="horz" lIns="91861" tIns="45930" rIns="91861" bIns="45930" rtlCol="0" anchor="b"/>
          <a:lstStyle>
            <a:lvl1pPr algn="r">
              <a:defRPr sz="1200"/>
            </a:lvl1pPr>
          </a:lstStyle>
          <a:p>
            <a:fld id="{F24342D5-7085-4E51-87E7-ADD566169E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10486" cy="344091"/>
          </a:xfrm>
          <a:prstGeom prst="rect">
            <a:avLst/>
          </a:prstGeom>
        </p:spPr>
        <p:txBody>
          <a:bodyPr vert="horz" lIns="91861" tIns="45930" rIns="91861" bIns="4593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34489" y="0"/>
            <a:ext cx="4310486" cy="344091"/>
          </a:xfrm>
          <a:prstGeom prst="rect">
            <a:avLst/>
          </a:prstGeom>
        </p:spPr>
        <p:txBody>
          <a:bodyPr vert="horz" lIns="91861" tIns="45930" rIns="91861" bIns="45930" rtlCol="0"/>
          <a:lstStyle>
            <a:lvl1pPr algn="r">
              <a:defRPr sz="1200"/>
            </a:lvl1pPr>
          </a:lstStyle>
          <a:p>
            <a:fld id="{8A46D874-8917-4639-BD95-C2B8E1F4576D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16238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61" tIns="45930" rIns="91861" bIns="4593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4728" y="3300413"/>
            <a:ext cx="7957820" cy="2700338"/>
          </a:xfrm>
          <a:prstGeom prst="rect">
            <a:avLst/>
          </a:prstGeom>
        </p:spPr>
        <p:txBody>
          <a:bodyPr vert="horz" lIns="91861" tIns="45930" rIns="91861" bIns="4593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6513910"/>
            <a:ext cx="4310486" cy="344091"/>
          </a:xfrm>
          <a:prstGeom prst="rect">
            <a:avLst/>
          </a:prstGeom>
        </p:spPr>
        <p:txBody>
          <a:bodyPr vert="horz" lIns="91861" tIns="45930" rIns="91861" bIns="4593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34489" y="6513910"/>
            <a:ext cx="4310486" cy="344091"/>
          </a:xfrm>
          <a:prstGeom prst="rect">
            <a:avLst/>
          </a:prstGeom>
        </p:spPr>
        <p:txBody>
          <a:bodyPr vert="horz" lIns="91861" tIns="45930" rIns="91861" bIns="45930" rtlCol="0" anchor="b"/>
          <a:lstStyle>
            <a:lvl1pPr algn="r">
              <a:defRPr sz="1200"/>
            </a:lvl1pPr>
          </a:lstStyle>
          <a:p>
            <a:fld id="{ACAEF527-7A76-4761-B71F-795AA850236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28E8E-4906-4572-B24D-DDBF82B04973}" type="datetime1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88020"/>
            <a:ext cx="3860800" cy="365125"/>
          </a:xfrm>
        </p:spPr>
        <p:txBody>
          <a:bodyPr/>
          <a:lstStyle>
            <a:lvl1pPr>
              <a:defRPr sz="14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0915419" y="6265541"/>
            <a:ext cx="1632181" cy="406233"/>
          </a:xfrm>
        </p:spPr>
        <p:txBody>
          <a:bodyPr/>
          <a:lstStyle>
            <a:lvl1pPr algn="ctr">
              <a:defRPr sz="1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63344"/>
            <a:ext cx="2844800" cy="365125"/>
          </a:xfrm>
        </p:spPr>
        <p:txBody>
          <a:bodyPr/>
          <a:lstStyle/>
          <a:p>
            <a:fld id="{8C3FDBC3-781F-405A-B3D8-F3645220BFD0}" type="datetime1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15587" y="6363344"/>
            <a:ext cx="3860800" cy="365125"/>
          </a:xfrm>
        </p:spPr>
        <p:txBody>
          <a:bodyPr vert="horz" lIns="76618" tIns="38309" rIns="76618" bIns="38309" rtlCol="0" anchor="ctr"/>
          <a:lstStyle>
            <a:lvl1pPr>
              <a:defRPr lang="en-US" altLang="zh-CN" smtClean="0">
                <a:solidFill>
                  <a:prstClr val="white">
                    <a:lumMod val="65000"/>
                  </a:prstClr>
                </a:solidFill>
                <a:latin typeface="Calibri" panose="020F0502020204030204"/>
              </a:defRPr>
            </a:lvl1pPr>
          </a:lstStyle>
          <a:p>
            <a:endParaRPr lang="zh-CN" altLang="en-US"/>
          </a:p>
        </p:txBody>
      </p:sp>
      <p:sp>
        <p:nvSpPr>
          <p:cNvPr id="22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264764" y="6351789"/>
            <a:ext cx="1850728" cy="376667"/>
          </a:xfrm>
        </p:spPr>
        <p:txBody>
          <a:bodyPr vert="horz" lIns="102156" tIns="51076" rIns="102156" bIns="51076" rtlCol="0" anchor="ctr"/>
          <a:lstStyle>
            <a:lvl1pPr algn="r">
              <a:defRPr lang="zh-CN" altLang="en-US" smtClean="0"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2" y="1535114"/>
            <a:ext cx="5386917" cy="639761"/>
          </a:xfrm>
        </p:spPr>
        <p:txBody>
          <a:bodyPr anchor="b"/>
          <a:lstStyle>
            <a:lvl1pPr marL="0" indent="0">
              <a:buNone/>
              <a:defRPr sz="2775" b="1"/>
            </a:lvl1pPr>
            <a:lvl2pPr marL="534035" indent="0">
              <a:buNone/>
              <a:defRPr sz="2340" b="1"/>
            </a:lvl2pPr>
            <a:lvl3pPr marL="1068705" indent="0">
              <a:buNone/>
              <a:defRPr sz="2080" b="1"/>
            </a:lvl3pPr>
            <a:lvl4pPr marL="1602740" indent="0">
              <a:buNone/>
              <a:defRPr sz="1905" b="1"/>
            </a:lvl4pPr>
            <a:lvl5pPr marL="2136775" indent="0">
              <a:buNone/>
              <a:defRPr sz="1905" b="1"/>
            </a:lvl5pPr>
            <a:lvl6pPr marL="2672080" indent="0">
              <a:buNone/>
              <a:defRPr sz="1905" b="1"/>
            </a:lvl6pPr>
            <a:lvl7pPr marL="3206115" indent="0">
              <a:buNone/>
              <a:defRPr sz="1905" b="1"/>
            </a:lvl7pPr>
            <a:lvl8pPr marL="3740785" indent="0">
              <a:buNone/>
              <a:defRPr sz="1905" b="1"/>
            </a:lvl8pPr>
            <a:lvl9pPr marL="4274820" indent="0">
              <a:buNone/>
              <a:defRPr sz="190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775"/>
            </a:lvl1pPr>
            <a:lvl2pPr>
              <a:defRPr sz="2340"/>
            </a:lvl2pPr>
            <a:lvl3pPr>
              <a:defRPr sz="2080"/>
            </a:lvl3pPr>
            <a:lvl4pPr>
              <a:defRPr sz="1905"/>
            </a:lvl4pPr>
            <a:lvl5pPr>
              <a:defRPr sz="1905"/>
            </a:lvl5pPr>
            <a:lvl6pPr>
              <a:defRPr sz="1905"/>
            </a:lvl6pPr>
            <a:lvl7pPr>
              <a:defRPr sz="1905"/>
            </a:lvl7pPr>
            <a:lvl8pPr>
              <a:defRPr sz="1905"/>
            </a:lvl8pPr>
            <a:lvl9pPr>
              <a:defRPr sz="190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1"/>
          </a:xfrm>
        </p:spPr>
        <p:txBody>
          <a:bodyPr anchor="b"/>
          <a:lstStyle>
            <a:lvl1pPr marL="0" indent="0">
              <a:buNone/>
              <a:defRPr sz="2775" b="1"/>
            </a:lvl1pPr>
            <a:lvl2pPr marL="534035" indent="0">
              <a:buNone/>
              <a:defRPr sz="2340" b="1"/>
            </a:lvl2pPr>
            <a:lvl3pPr marL="1068705" indent="0">
              <a:buNone/>
              <a:defRPr sz="2080" b="1"/>
            </a:lvl3pPr>
            <a:lvl4pPr marL="1602740" indent="0">
              <a:buNone/>
              <a:defRPr sz="1905" b="1"/>
            </a:lvl4pPr>
            <a:lvl5pPr marL="2136775" indent="0">
              <a:buNone/>
              <a:defRPr sz="1905" b="1"/>
            </a:lvl5pPr>
            <a:lvl6pPr marL="2672080" indent="0">
              <a:buNone/>
              <a:defRPr sz="1905" b="1"/>
            </a:lvl6pPr>
            <a:lvl7pPr marL="3206115" indent="0">
              <a:buNone/>
              <a:defRPr sz="1905" b="1"/>
            </a:lvl7pPr>
            <a:lvl8pPr marL="3740785" indent="0">
              <a:buNone/>
              <a:defRPr sz="1905" b="1"/>
            </a:lvl8pPr>
            <a:lvl9pPr marL="4274820" indent="0">
              <a:buNone/>
              <a:defRPr sz="190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775"/>
            </a:lvl1pPr>
            <a:lvl2pPr>
              <a:defRPr sz="2340"/>
            </a:lvl2pPr>
            <a:lvl3pPr>
              <a:defRPr sz="2080"/>
            </a:lvl3pPr>
            <a:lvl4pPr>
              <a:defRPr sz="1905"/>
            </a:lvl4pPr>
            <a:lvl5pPr>
              <a:defRPr sz="1905"/>
            </a:lvl5pPr>
            <a:lvl6pPr>
              <a:defRPr sz="1905"/>
            </a:lvl6pPr>
            <a:lvl7pPr>
              <a:defRPr sz="1905"/>
            </a:lvl7pPr>
            <a:lvl8pPr>
              <a:defRPr sz="1905"/>
            </a:lvl8pPr>
            <a:lvl9pPr>
              <a:defRPr sz="190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D8ED3-652C-41E6-A365-B9EDFDCBD657}" type="datetime1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0C981-4EE3-450C-BD26-AA72518E114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13866-E182-4601-943A-57463B65B214}" type="datetime1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09284898-9689-4F18-A0C6-464E5CB3543A}" type="datetime1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102156" tIns="51076" rIns="102156" bIns="51076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17"/>
            <a:ext cx="10972800" cy="4525963"/>
          </a:xfrm>
          <a:prstGeom prst="rect">
            <a:avLst/>
          </a:prstGeom>
        </p:spPr>
        <p:txBody>
          <a:bodyPr vert="horz" lIns="102156" tIns="51076" rIns="102156" bIns="51076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102156" tIns="51076" rIns="102156" bIns="51076" rtlCol="0" anchor="ctr"/>
          <a:lstStyle>
            <a:lvl1pPr algn="l">
              <a:defRPr sz="17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24031-DC73-4339-B10F-1990B576C148}" type="datetime1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02156" tIns="51076" rIns="102156" bIns="51076" rtlCol="0" anchor="ctr"/>
          <a:lstStyle>
            <a:lvl1pPr algn="ctr">
              <a:defRPr sz="17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102156" tIns="51076" rIns="102156" bIns="51076" rtlCol="0" anchor="ctr"/>
          <a:lstStyle>
            <a:lvl1pPr algn="r">
              <a:defRPr sz="17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3" r:id="rId5"/>
  </p:sldLayoutIdLst>
  <p:hf hdr="0" ftr="0" dt="0"/>
  <p:txStyles>
    <p:titleStyle>
      <a:lvl1pPr algn="ctr" defTabSz="1363980" rtl="0" eaLnBrk="1" latinLnBrk="0" hangingPunct="1">
        <a:spcBef>
          <a:spcPct val="0"/>
        </a:spcBef>
        <a:buNone/>
        <a:defRPr sz="66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11175" indent="-511175" algn="l" defTabSz="1363980" rtl="0" eaLnBrk="1" latinLnBrk="0" hangingPunct="1">
        <a:spcBef>
          <a:spcPct val="20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108075" indent="-426720" algn="l" defTabSz="1363980" rtl="0" eaLnBrk="1" latinLnBrk="0" hangingPunct="1">
        <a:spcBef>
          <a:spcPct val="20000"/>
        </a:spcBef>
        <a:buFont typeface="Arial" panose="020B0604020202020204" pitchFamily="34" charset="0"/>
        <a:buChar char="–"/>
        <a:defRPr sz="4135" kern="1200">
          <a:solidFill>
            <a:schemeClr val="tx1"/>
          </a:solidFill>
          <a:latin typeface="+mn-lt"/>
          <a:ea typeface="+mn-ea"/>
          <a:cs typeface="+mn-cs"/>
        </a:defRPr>
      </a:lvl2pPr>
      <a:lvl3pPr marL="1704975" indent="-340995" algn="l" defTabSz="1363980" rtl="0" eaLnBrk="1" latinLnBrk="0" hangingPunct="1">
        <a:spcBef>
          <a:spcPct val="20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387600" indent="-340995" algn="l" defTabSz="1363980" rtl="0" eaLnBrk="1" latinLnBrk="0" hangingPunct="1">
        <a:spcBef>
          <a:spcPct val="20000"/>
        </a:spcBef>
        <a:buFont typeface="Arial" panose="020B0604020202020204" pitchFamily="34" charset="0"/>
        <a:buChar char="–"/>
        <a:defRPr sz="3065" kern="1200">
          <a:solidFill>
            <a:schemeClr val="tx1"/>
          </a:solidFill>
          <a:latin typeface="+mn-lt"/>
          <a:ea typeface="+mn-ea"/>
          <a:cs typeface="+mn-cs"/>
        </a:defRPr>
      </a:lvl4pPr>
      <a:lvl5pPr marL="3070225" indent="-340995" algn="l" defTabSz="1363980" rtl="0" eaLnBrk="1" latinLnBrk="0" hangingPunct="1">
        <a:spcBef>
          <a:spcPct val="20000"/>
        </a:spcBef>
        <a:buFont typeface="Arial" panose="020B0604020202020204" pitchFamily="34" charset="0"/>
        <a:buChar char="»"/>
        <a:defRPr sz="3065" kern="1200">
          <a:solidFill>
            <a:schemeClr val="tx1"/>
          </a:solidFill>
          <a:latin typeface="+mn-lt"/>
          <a:ea typeface="+mn-ea"/>
          <a:cs typeface="+mn-cs"/>
        </a:defRPr>
      </a:lvl5pPr>
      <a:lvl6pPr marL="3751580" indent="-340995" algn="l" defTabSz="1363980" rtl="0" eaLnBrk="1" latinLnBrk="0" hangingPunct="1">
        <a:spcBef>
          <a:spcPct val="20000"/>
        </a:spcBef>
        <a:buFont typeface="Arial" panose="020B0604020202020204" pitchFamily="34" charset="0"/>
        <a:buChar char="•"/>
        <a:defRPr sz="3065" kern="1200">
          <a:solidFill>
            <a:schemeClr val="tx1"/>
          </a:solidFill>
          <a:latin typeface="+mn-lt"/>
          <a:ea typeface="+mn-ea"/>
          <a:cs typeface="+mn-cs"/>
        </a:defRPr>
      </a:lvl6pPr>
      <a:lvl7pPr marL="4433570" indent="-340995" algn="l" defTabSz="1363980" rtl="0" eaLnBrk="1" latinLnBrk="0" hangingPunct="1">
        <a:spcBef>
          <a:spcPct val="20000"/>
        </a:spcBef>
        <a:buFont typeface="Arial" panose="020B0604020202020204" pitchFamily="34" charset="0"/>
        <a:buChar char="•"/>
        <a:defRPr sz="3065" kern="1200">
          <a:solidFill>
            <a:schemeClr val="tx1"/>
          </a:solidFill>
          <a:latin typeface="+mn-lt"/>
          <a:ea typeface="+mn-ea"/>
          <a:cs typeface="+mn-cs"/>
        </a:defRPr>
      </a:lvl7pPr>
      <a:lvl8pPr marL="5116195" indent="-340995" algn="l" defTabSz="1363980" rtl="0" eaLnBrk="1" latinLnBrk="0" hangingPunct="1">
        <a:spcBef>
          <a:spcPct val="20000"/>
        </a:spcBef>
        <a:buFont typeface="Arial" panose="020B0604020202020204" pitchFamily="34" charset="0"/>
        <a:buChar char="•"/>
        <a:defRPr sz="3065" kern="1200">
          <a:solidFill>
            <a:schemeClr val="tx1"/>
          </a:solidFill>
          <a:latin typeface="+mn-lt"/>
          <a:ea typeface="+mn-ea"/>
          <a:cs typeface="+mn-cs"/>
        </a:defRPr>
      </a:lvl8pPr>
      <a:lvl9pPr marL="5798820" indent="-340995" algn="l" defTabSz="1363980" rtl="0" eaLnBrk="1" latinLnBrk="0" hangingPunct="1">
        <a:spcBef>
          <a:spcPct val="20000"/>
        </a:spcBef>
        <a:buFont typeface="Arial" panose="020B0604020202020204" pitchFamily="34" charset="0"/>
        <a:buChar char="•"/>
        <a:defRPr sz="30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363980" rtl="0" eaLnBrk="1" latinLnBrk="0" hangingPunct="1">
        <a:defRPr sz="2665" kern="1200">
          <a:solidFill>
            <a:schemeClr val="tx1"/>
          </a:solidFill>
          <a:latin typeface="+mn-lt"/>
          <a:ea typeface="+mn-ea"/>
          <a:cs typeface="+mn-cs"/>
        </a:defRPr>
      </a:lvl1pPr>
      <a:lvl2pPr marL="682625" algn="l" defTabSz="1363980" rtl="0" eaLnBrk="1" latinLnBrk="0" hangingPunct="1">
        <a:defRPr sz="2665" kern="1200">
          <a:solidFill>
            <a:schemeClr val="tx1"/>
          </a:solidFill>
          <a:latin typeface="+mn-lt"/>
          <a:ea typeface="+mn-ea"/>
          <a:cs typeface="+mn-cs"/>
        </a:defRPr>
      </a:lvl2pPr>
      <a:lvl3pPr marL="1363980" algn="l" defTabSz="1363980" rtl="0" eaLnBrk="1" latinLnBrk="0" hangingPunct="1">
        <a:defRPr sz="2665" kern="1200">
          <a:solidFill>
            <a:schemeClr val="tx1"/>
          </a:solidFill>
          <a:latin typeface="+mn-lt"/>
          <a:ea typeface="+mn-ea"/>
          <a:cs typeface="+mn-cs"/>
        </a:defRPr>
      </a:lvl3pPr>
      <a:lvl4pPr marL="2046605" algn="l" defTabSz="1363980" rtl="0" eaLnBrk="1" latinLnBrk="0" hangingPunct="1"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28595" algn="l" defTabSz="1363980" rtl="0" eaLnBrk="1" latinLnBrk="0" hangingPunct="1"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411220" algn="l" defTabSz="1363980" rtl="0" eaLnBrk="1" latinLnBrk="0" hangingPunct="1"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4092575" algn="l" defTabSz="1363980" rtl="0" eaLnBrk="1" latinLnBrk="0" hangingPunct="1"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775200" algn="l" defTabSz="1363980" rtl="0" eaLnBrk="1" latinLnBrk="0" hangingPunct="1"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457190" algn="l" defTabSz="1363980" rtl="0" eaLnBrk="1" latinLnBrk="0" hangingPunct="1"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C46C9-E1ED-1A8B-A5F1-F8A139CE8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01035BB-A51D-804F-68CE-C80222BC6DA2}"/>
              </a:ext>
            </a:extLst>
          </p:cNvPr>
          <p:cNvSpPr txBox="1"/>
          <p:nvPr/>
        </p:nvSpPr>
        <p:spPr>
          <a:xfrm>
            <a:off x="254329" y="157363"/>
            <a:ext cx="11683342" cy="3366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</a:rPr>
              <a:t>共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</a:rPr>
              <a:t>4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</a:rPr>
              <a:t>个电极，两个推电流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</a:rPr>
              <a:t>/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</a:rPr>
              <a:t>两个拉电流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</a:rPr>
              <a:t>输出到每个电极上的电流大小、脉宽可设置调整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n"/>
            </a:pP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每天使用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20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分钟，分为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4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个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5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分钟，自动执行。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每个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5min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内波形的频率依次为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3Hz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、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 3Hz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、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 10Hz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、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 20Hz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。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charset="-122"/>
              <a:sym typeface="Symbol" panose="05050102010706020507" pitchFamily="18" charset="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n"/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每个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5min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又以每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10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秒为一个基础单位，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10s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内有电流脉冲为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6s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，剩下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4s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无电流。以最开始的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10s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为例，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0-1s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出现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3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个完全的‘给电流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-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再回收’波形，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1-6s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再出现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15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个完全的‘给电流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-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再回收’波形；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6-10s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无电流。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10-11s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再出现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3Hz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频率的‘给电流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-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再回收’波形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微软雅黑" panose="020B0503020204020204" charset="-122"/>
                <a:sym typeface="Symbol" panose="05050102010706020507" pitchFamily="18" charset="2"/>
              </a:rPr>
              <a:t>……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773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zhlMzZiMzBiNmE4NGVjNTg0ZjU0OTQ3NjhkMzk5NzgifQ==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​​">
  <a:themeElements>
    <a:clrScheme name="紫罗兰色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5400">
          <a:solidFill>
            <a:schemeClr val="tx1"/>
          </a:solidFill>
          <a:prstDash val="solid"/>
          <a:headEnd type="non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10014</TotalTime>
  <Words>187</Words>
  <Application>Microsoft Office PowerPoint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微软雅黑</vt:lpstr>
      <vt:lpstr>Arial</vt:lpstr>
      <vt:lpstr>Calibri</vt:lpstr>
      <vt:lpstr>Wingdings</vt:lpstr>
      <vt:lpstr>webwppDefTheme</vt:lpstr>
      <vt:lpstr>3_Office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wk</dc:creator>
  <cp:lastModifiedBy>天夫 马</cp:lastModifiedBy>
  <cp:revision>1903</cp:revision>
  <cp:lastPrinted>2021-07-28T01:46:00Z</cp:lastPrinted>
  <dcterms:created xsi:type="dcterms:W3CDTF">2021-06-02T15:26:00Z</dcterms:created>
  <dcterms:modified xsi:type="dcterms:W3CDTF">2026-09-03T12:46:55Z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2052-11.1.0.11744</vt:lpwstr>
  </property>
  <property fmtid="{D5CDD505-2E9C-101B-9397-08002B2CF9AE}" pid="3" name="ICV">
    <vt:lpwstr>22CBC6E08D114AB5957AE300196526BA</vt:lpwstr>
  </property>
</Properties>
</file>